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12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Weekday vs Weekend Average Units Sold by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Units Sold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Dairy</c:v>
                </c:pt>
                <c:pt idx="1">
                  <c:v>Meat</c:v>
                </c:pt>
                <c:pt idx="2">
                  <c:v>Produce</c:v>
                </c:pt>
                <c:pt idx="3">
                  <c:v>Bakery</c:v>
                </c:pt>
                <c:pt idx="4">
                  <c:v>Beverages</c:v>
                </c:pt>
                <c:pt idx="5">
                  <c:v>Frozen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28</c:v>
                </c:pt>
                <c:pt idx="2">
                  <c:v>26</c:v>
                </c:pt>
                <c:pt idx="3">
                  <c:v>22</c:v>
                </c:pt>
                <c:pt idx="4">
                  <c:v>20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83-46EA-844B-CB3201B129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Weekend Avg</c:v>
                </c:pt>
              </c:strCache>
            </c:strRef>
          </c:tx>
          <c:spPr>
            <a:solidFill>
              <a:srgbClr val="0D1B4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Dairy</c:v>
                </c:pt>
                <c:pt idx="1">
                  <c:v>Meat</c:v>
                </c:pt>
                <c:pt idx="2">
                  <c:v>Produce</c:v>
                </c:pt>
                <c:pt idx="3">
                  <c:v>Bakery</c:v>
                </c:pt>
                <c:pt idx="4">
                  <c:v>Beverages</c:v>
                </c:pt>
                <c:pt idx="5">
                  <c:v>Frozen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51</c:v>
                </c:pt>
                <c:pt idx="1">
                  <c:v>46</c:v>
                </c:pt>
                <c:pt idx="2">
                  <c:v>43</c:v>
                </c:pt>
                <c:pt idx="3">
                  <c:v>36</c:v>
                </c:pt>
                <c:pt idx="4">
                  <c:v>32</c:v>
                </c:pt>
                <c:pt idx="5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83-46EA-844B-CB3201B129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51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SmartInventory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2148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Stock Shortages at QuickMart Grocery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D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Pattern Analysis — 90-Day Report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  |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Shelves Are Costing Us Customers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0352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 Impact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Saturday, 6 PM. Maria arrives to shop for her family dinner. Ground beef, pasta sauce, and milk: all sold out.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buys everything at a competitor — and never comes back.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417320"/>
            <a:ext cx="2743200" cy="25603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2200" y="21031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 on a fixed schedule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sales patterns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weekend demand signal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seasonal preparation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Engine for Smarter Reordering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0972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Faker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011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8,100 sales records across 90 products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0" y="1508760"/>
            <a:ext cx="411480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508760"/>
            <a:ext cx="10972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SQLite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93208" y="2011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storage and fast querying of product and sales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10972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34290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to surface patterns by category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2926080"/>
            <a:ext cx="411480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2926080"/>
            <a:ext cx="10972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Lovable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93208" y="34290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visuals that translate data into management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90-Day Data Revealed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371600"/>
            <a:ext cx="192024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0604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192024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Spike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371600"/>
            <a:ext cx="192024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0372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Surge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57200" y="2560320"/>
          <a:ext cx="83210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Moves to Stop Losing Sales — Starting 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321040" cy="1005840"/>
          </a:xfrm>
          <a:prstGeom prst="rect">
            <a:avLst/>
          </a:prstGeom>
          <a:solidFill>
            <a:srgbClr val="132047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Fixed Schedule with Demand-Driven Reordering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562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every restock from real sales velocity — using each product's base sale rate and weekend multiplier — so shelves refill before they empty.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321040" cy="1005840"/>
          </a:xfrm>
          <a:prstGeom prst="rect">
            <a:avLst/>
          </a:prstGeom>
          <a:solidFill>
            <a:srgbClr val="132047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517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Pre-Stock for the 2.5x Weekend Surge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9992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product above the 1.5x multiplier threshold, lift Thursday and Friday orders by 50% — capturing the weekend rush instead of losing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321040" cy="1005840"/>
          </a:xfrm>
          <a:prstGeom prst="rect">
            <a:avLst/>
          </a:prstGeom>
          <a:solidFill>
            <a:srgbClr val="132047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947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794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Seasonal Buffers Before the Holiday Surge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1422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mid-June and mid-November, raise safety stock 40% across Dairy, Meat, and Produce — ready for the +80% holiday surge.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QuickMart's stock shortages are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— and entirely preventable.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reorder decisions with sales velocity, weekend demand, and seasonal trends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the single biggest driver of lost sales —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new infrastructure required.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0" y="3749040"/>
            <a:ext cx="36576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3749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inventory. Fuller shelves. Loyal customers.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  |  TKH AI Business Solutions  | 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334</Words>
  <Application>Microsoft Office PowerPoint</Application>
  <PresentationFormat>On-screen Show (16:9)</PresentationFormat>
  <Paragraphs>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SmartInventory - QuickMart Sales Analysis</dc:title>
  <dc:subject>PptxGenJS Presentation</dc:subject>
  <dc:creator>PptxGenJS</dc:creator>
  <cp:lastModifiedBy>Jeffrey Onasis Arzu Ramirez</cp:lastModifiedBy>
  <cp:revision>2</cp:revision>
  <dcterms:created xsi:type="dcterms:W3CDTF">2026-05-18T03:09:38Z</dcterms:created>
  <dcterms:modified xsi:type="dcterms:W3CDTF">2026-05-19T01:32:37Z</dcterms:modified>
</cp:coreProperties>
</file>